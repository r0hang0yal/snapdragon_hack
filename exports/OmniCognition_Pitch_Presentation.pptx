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Arial"/>
              </a:defRPr>
            </a:pPr>
            <a:r>
              <a:t>OmniCognition NPU</a:t>
            </a:r>
          </a:p>
          <a:p>
            <a:pPr>
              <a:spcBef>
                <a:spcPts val="800"/>
              </a:spcBef>
              <a:defRPr sz="2000" b="1">
                <a:solidFill>
                  <a:srgbClr val="E60012"/>
                </a:solidFill>
              </a:defRPr>
            </a:pPr>
            <a:r>
              <a:t>Autonomous On-Device Multimodal Contextual Intelligence for Snapdragon-Powered HP PCs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329184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45 TOPS Hexagon Engine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Qualcomm AI Engine Direct (QNN) HTP acceleration with INT4/INT8 quantization profiles.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931920"/>
            <a:ext cx="329184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4069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100% Privacy Air-Gap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Speech, documents, and vision stay strictly on HP OmniBook X. Zero cloud reliance.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931920"/>
            <a:ext cx="329184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4069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26-Hour Endurance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Consumes &lt;4.5 Watts during active multi-model inference. 90% less energy than GPUs.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4A3B8"/>
                </a:solidFill>
              </a:defRPr>
            </a:pPr>
            <a:r>
              <a:t>Participant: Rohan Goyal  |  Qualcomm Snapdragon® AI Lab Build &amp; Present Challenge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0012"/>
                </a:solidFill>
                <a:latin typeface="Arial"/>
              </a:defRPr>
            </a:pPr>
            <a:r>
              <a:t>SNAPDRAGON® AI LAB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Problem: Why Cloud AI Breaks on Mobile Laptops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OmniCognition NPU | Qualcomm Hexagon 45 TOPS Edge Intelligence | Rohan Goyal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🚨 Privacy &amp; IP Exfiltration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- Corporate meeting audio, legal briefs, and source code sent to third-party cloud servers.</a:t>
            </a:r>
            <a:br/>
            <a:r>
              <a:t>- Strict GDPR, HIPAA, and defense data sovereignty regulations violated.</a:t>
            </a:r>
            <a:br/>
            <a:r>
              <a:t>- Vulnerable to data leaks and MITM attacks.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⏱️ Severe Latency Spikes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- Network round-trips add 1,500ms - 3,000ms per interaction.</a:t>
            </a:r>
            <a:br/>
            <a:r>
              <a:t>- Zero productivity when traveling, on airplanes, or in low-connectivity zones.</a:t>
            </a:r>
            <a:br/>
            <a:r>
              <a:t>- Real-time video/audio analysis is completely unviable over HTTP.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🔋 Heavy Battery Drain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- Continuous Wi-Fi/5G radio transmission burns significant laptop battery.</a:t>
            </a:r>
            <a:br/>
            <a:r>
              <a:t>- Cloud streaming forces mobile PCs to plug in after only 4-6 hours.</a:t>
            </a:r>
            <a:br/>
            <a:r>
              <a:t>- Destroys the thin-and-light laptop mobility promise.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💸 Exploding Cloud OpEx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- Cloud API costs ($0.03/1k tokens + transcription fees) scale linearly with usage.</a:t>
            </a:r>
            <a:br/>
            <a:r>
              <a:t>- Enterprise deployment costs tens of thousands of dollars per month.</a:t>
            </a:r>
            <a:br/>
            <a:r>
              <a:t>- Heavy recurring bills vs zero marginal cost on-device NPU.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0012"/>
                </a:solidFill>
                <a:latin typeface="Arial"/>
              </a:defRPr>
            </a:pPr>
            <a:r>
              <a:t>SNAPDRAGON® AI LAB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Hardware Breakthrough: Snapdragon X &amp; HP OmniBook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OmniCognition NPU | Qualcomm Hexagon 45 TOPS Edge Intelligence | Rohan Goyal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79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⚡ Dedicated Hexagon NPU: 45 TOPS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The Qualcomm Snapdragon X Elite platform introduces the world's most capable PC NPU. Custom vector and tensor accelerators execute multi-billion parameter SLMs and vision pipelines concurrently in hardware.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79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🔋 Unmatched Energy Efficiency: &lt;4.5W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While traditional discrete laptop GPUs burn 45-60 Watts, Hexagon NPU operates at under 4.5 Watts active inference. HP OmniBook X users achieve up to 26 hours of continuous productive battery life.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754879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🔒 True Hardware-Rooted Privacy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Processing happens entirely on-die within the Snapdragon SoC. Corporate data, audio streams, and biometric gaze telemetry never enter internet packets, providing air-gapped security.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023360"/>
            <a:ext cx="512064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60520"/>
            <a:ext cx="4754879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🛠️ Qualcomm AI Hub Acceleration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Direct compilation to QNN Context Binaries via Qualcomm AI Hub. Native integration with ONNX Runtime QNN Execution Provider (HTP v75) achieves 4x - 9x speedup over x86 processors.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0012"/>
                </a:solidFill>
                <a:latin typeface="Arial"/>
              </a:defRPr>
            </a:pPr>
            <a:r>
              <a:t>SNAPDRAGON® AI LAB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System Architecture: The OmniCognition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OmniCognition NPU | Qualcomm Hexagon 45 TOPS Edge Intelligence | Rohan Goyal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9848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39"/>
            <a:ext cx="103327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1. USER INTERFACE &amp; INTERACTION LAYER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Responsive Glassmorphic Dashboard, Real-Time Audio Stream Visualizer, Document RAG Interface, OmniGuard Privacy HUD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69848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103327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2. MULTIMODAL APPLICATION CORE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Whisper-NPU Audio Diarization &amp; Action Items  |  Neural Vault Air-Gapped RAG  |  OmniGuard Real-Time Vision Privacy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103327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3. QUALCOMM AI HUB QUANTIZED MODEL ZOO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Whisper-base (INT8/FP16)  |  all-MiniLM-L6-v2 (INT8)  |  Phi-3.5-mini (AWQ INT4)  |  YOLOv11n Privacy (INT8)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3327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4. HARDWARE ACCELERATION &amp; SILICON LAYER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ONNX Runtime QNN Execution Provider (QnnHtp.dll)  --&gt;  Qualcomm Hexagon NPU (HTP v75, 45 TOPS)  --&gt;  HP OmniBook 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0012"/>
                </a:solidFill>
                <a:latin typeface="Arial"/>
              </a:defRPr>
            </a:pPr>
            <a:r>
              <a:t>SNAPDRAGON® AI LAB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Core Pillar 1: Whisper-NPU Meeting &amp; Voice Copilot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OmniCognition NPU | Qualcomm Hexagon 45 TOPS Edge Intelligence | Rohan Goyal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🎙️ Real-Time On-Device Audio Intelligence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Quantized Whisper Model:</a:t>
            </a:r>
            <a:br/>
            <a:r>
              <a:t>  Compiled via Qualcomm AI Hub targeting Hexagon NPU v75.</a:t>
            </a:r>
            <a:br/>
            <a:br/>
            <a:r>
              <a:t>• Sub-500ms Chunk Processing:</a:t>
            </a:r>
            <a:br/>
            <a:r>
              <a:t>  Continuous real-time transcription with 0% cloud egress.</a:t>
            </a:r>
            <a:br/>
            <a:br/>
            <a:r>
              <a:t>• Multi-Speaker Diarization:</a:t>
            </a:r>
            <a:br/>
            <a:r>
              <a:t>  Accurately attributes dialogue to speakers.</a:t>
            </a:r>
            <a:br/>
            <a:br/>
            <a:r>
              <a:t>• Instant Executive Minutes:</a:t>
            </a:r>
            <a:br/>
            <a:r>
              <a:t>  Extracts decision logs, next steps, and structured task assignments with owners and due dates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📊 Performance &amp; Privacy Benchmark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Latency Comparison (1-Min Audio):</a:t>
            </a:r>
            <a:br/>
            <a:r>
              <a:t>  - Qualcomm Hexagon NPU: 620 ms</a:t>
            </a:r>
            <a:br/>
            <a:r>
              <a:t>  - x86 CPU Baseline: 4,850 ms (7.8x speedup)</a:t>
            </a:r>
            <a:br/>
            <a:r>
              <a:t>  - Cloud API: 2,400 ms + network jitter</a:t>
            </a:r>
            <a:br/>
            <a:br/>
            <a:r>
              <a:t>• Power &amp; Energy Draw:</a:t>
            </a:r>
            <a:br/>
            <a:r>
              <a:t>  - NPU Active Power: 3.8 Watts</a:t>
            </a:r>
            <a:br/>
            <a:r>
              <a:t>  - CPU Active Power: 28.0 Watts (86% energy savings)</a:t>
            </a:r>
            <a:br/>
            <a:br/>
            <a:r>
              <a:t>• Enterprise Air-Gap:</a:t>
            </a:r>
            <a:br/>
            <a:r>
              <a:t>  Zero microphone recordings or transcripts leave the HP OmniBook.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0012"/>
                </a:solidFill>
                <a:latin typeface="Arial"/>
              </a:defRPr>
            </a:pPr>
            <a:r>
              <a:t>SNAPDRAGON® AI LAB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Core Pillar 2: Offline Private Neural Knowledge Vault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OmniCognition NPU | Qualcomm Hexagon 45 TOPS Edge Intelligence | Rohan Goyal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🧠 100% Air-Gapped Semantic Search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Local Embedding Generation:</a:t>
            </a:r>
            <a:br/>
            <a:r>
              <a:t>  all-MiniLM-L6-v2 compiled to INT8 on Hexagon NPU.</a:t>
            </a:r>
            <a:br/>
            <a:r>
              <a:t>  Generates 384-dimensional dense vectors in just 3.2ms.</a:t>
            </a:r>
            <a:br/>
            <a:br/>
            <a:r>
              <a:t>• Zero-Egress Ingestion:</a:t>
            </a:r>
            <a:br/>
            <a:r>
              <a:t>  Indexes proprietary PDFs, contracts, confidential codebases, and meeting transcripts without internet access.</a:t>
            </a:r>
            <a:br/>
            <a:br/>
            <a:r>
              <a:t>• Instant Neural Retrieval:</a:t>
            </a:r>
            <a:br/>
            <a:r>
              <a:t>  Sub-5ms cosine vector similarity across thousands of local knowledge chunks.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💬 Local SLM Synthesis (Phi-3.5-mini)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AWQ INT4 Quantization:</a:t>
            </a:r>
            <a:br/>
            <a:r>
              <a:t>  Optimized for Hexagon Tensor Processor with sub-20ms Time-To-First-Token.</a:t>
            </a:r>
            <a:br/>
            <a:br/>
            <a:r>
              <a:t>• High-Speed Decoding:</a:t>
            </a:r>
            <a:br/>
            <a:r>
              <a:t>  Generates 52 tokens/second locally on the HP OmniBook X.</a:t>
            </a:r>
            <a:br/>
            <a:br/>
            <a:r>
              <a:t>• Hallucination-Grounded Answers:</a:t>
            </a:r>
            <a:br/>
            <a:r>
              <a:t>  Strict context citation prevents hallucinations and verifies source document origins.</a:t>
            </a:r>
            <a:br/>
            <a:br/>
            <a:r>
              <a:t>• $0.00 Recurring Cost:</a:t>
            </a:r>
            <a:br/>
            <a:r>
              <a:t>  Replaces expensive enterprise per-seat AI subscriptions.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0012"/>
                </a:solidFill>
                <a:latin typeface="Arial"/>
              </a:defRPr>
            </a:pPr>
            <a:r>
              <a:t>SNAPDRAGON® AI LAB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Core Pillar 3: OmniGuard Edge Vision Privacy Shield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OmniCognition NPU | Qualcomm Hexagon 45 TOPS Edge Intelligence | Rohan Goyal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👁️ Real-Time Shoulder-Surfing Detection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The Mobile Workplace Hazard:</a:t>
            </a:r>
            <a:br/>
            <a:r>
              <a:t>  Working in airports, cafes, or flights exposes confidential business screens to unauthorized bystanders.</a:t>
            </a:r>
            <a:br/>
            <a:br/>
            <a:r>
              <a:t>• High-Speed Edge Vision:</a:t>
            </a:r>
            <a:br/>
            <a:r>
              <a:t>  YOLOv11 / MobileNet quantized INT8 on Hexagon NPU.</a:t>
            </a:r>
            <a:br/>
            <a:r>
              <a:t>  Monitors user gaze and background bystander proximity at 210 FPS.</a:t>
            </a:r>
            <a:br/>
            <a:br/>
            <a:r>
              <a:t>• Ultra-Low Compute Footprint:</a:t>
            </a:r>
            <a:br/>
            <a:r>
              <a:t>  Draws just 1.9 Watts, running silently in the background without affecting CPU multitasking.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🛡️ Instant Autonomous Countermeasures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Multi-Stage Threat Response:</a:t>
            </a:r>
            <a:br/>
            <a:r>
              <a:t>  1. Bystander Approaching: Visual amber indicator in system tray.</a:t>
            </a:r>
            <a:br/>
            <a:r>
              <a:t>  2. Gaze Shift Towards Screen: Immediate display blur &amp; window blanking.</a:t>
            </a:r>
            <a:br/>
            <a:r>
              <a:t>  3. User Departure: Instant biometric screen lock.</a:t>
            </a:r>
            <a:br/>
            <a:br/>
            <a:r>
              <a:t>• Complete Telemetry Verification:</a:t>
            </a:r>
            <a:br/>
            <a:r>
              <a:t>  Inference latency of 4.1ms allows instant reaction before a bystander can read confidential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0012"/>
                </a:solidFill>
                <a:latin typeface="Arial"/>
              </a:defRPr>
            </a:pPr>
            <a:r>
              <a:t>SNAPDRAGON® AI LAB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Technical Implementation: Qualcomm AI Hub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OmniCognition NPU | Qualcomm Hexagon 45 TOPS Edge Intelligence | Rohan Goyal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🔧 End-to-End Compilation Workflow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1. Target Device Selection:</a:t>
            </a:r>
            <a:br/>
            <a:r>
              <a:t>   qai_hub.Device('Snapdragon X Elite CRD')</a:t>
            </a:r>
            <a:br/>
            <a:br/>
            <a:r>
              <a:t>2. QNN Context Library Compilation:</a:t>
            </a:r>
            <a:br/>
            <a:r>
              <a:t>   qai_hub.submit_compile_job(</a:t>
            </a:r>
            <a:br/>
            <a:r>
              <a:t>     model='whisper_base_en',</a:t>
            </a:r>
            <a:br/>
            <a:r>
              <a:t>     options='--target_runtime qnn_lib_context --quantize int8'</a:t>
            </a:r>
            <a:br/>
            <a:r>
              <a:t>   )</a:t>
            </a:r>
            <a:br/>
            <a:br/>
            <a:r>
              <a:t>3. Hardware-Accurate Profiling:</a:t>
            </a:r>
            <a:br/>
            <a:r>
              <a:t>   Verified latency, TOPS utilization, and memory on hosted Snapdragon X Elite hardware before deployment.</a:t>
            </a:r>
            <a:br/>
            <a:br/>
            <a:r>
              <a:t>4. Automated Scripting Generator:</a:t>
            </a:r>
            <a:br/>
            <a:r>
              <a:t>   Built-in scripts for one-click compilation reproducibility.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⚙️ ONNX Runtime QNN Session Setup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Execution Provider Config:</a:t>
            </a:r>
            <a:br/>
            <a:r>
              <a:t>  provider = 'QNNExecutionProvider'</a:t>
            </a:r>
            <a:br/>
            <a:r>
              <a:t>  provider_options = {</a:t>
            </a:r>
            <a:br/>
            <a:r>
              <a:t>    'backend_path': 'QnnHtp.dll',</a:t>
            </a:r>
            <a:br/>
            <a:r>
              <a:t>    'htp_performance_mode': 'burst',</a:t>
            </a:r>
            <a:br/>
            <a:r>
              <a:t>    'htp_precision': 'precision_low',</a:t>
            </a:r>
            <a:br/>
            <a:r>
              <a:t>    'htp_arch': 'v75',</a:t>
            </a:r>
            <a:br/>
            <a:r>
              <a:t>    'soc_model': '43'</a:t>
            </a:r>
            <a:br/>
            <a:r>
              <a:t>  }</a:t>
            </a:r>
            <a:br/>
            <a:br/>
            <a:r>
              <a:t>• Multi-Tier Fallback Resilience:</a:t>
            </a:r>
            <a:br/>
            <a:r>
              <a:t>  Gracefully falls back to DirectML and CPU execution on non-ARM development systems while maintaining 100% functional parity.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0012"/>
                </a:solidFill>
                <a:latin typeface="Arial"/>
              </a:defRPr>
            </a:pPr>
            <a:r>
              <a:t>SNAPDRAGON® AI LAB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Head-to-Head Benchmarks: Hexagon NPU vs The World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OmniCognition NPU | Qualcomm Hexagon 45 TOPS Edge Intelligence | Rohan Goyal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1920240"/>
                <a:gridCol w="1920240"/>
                <a:gridCol w="1920240"/>
              </a:tblGrid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Task / Workload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60012"/>
                          </a:solidFill>
                        </a:defRPr>
                      </a:pPr>
                      <a:r>
                        <a:t>Snapdragon NPU (45 TOPS)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x86 Laptop CPU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Discrete Laptop GPU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Cloud AI API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Whisper Audio STT (1 min)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620 ms (3.8W) - WINNER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4,850 ms (28W)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1,100 ms (45W)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2,400 ms + network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MiniLM Document Embedding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3.2 ms (2.1W) - WINNER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28.5 ms (24W)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6.8 ms (35W)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350 ms + API cost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Phi-3.5 Generative SLM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52 tok/s (5.2W) - WINNER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14 tok/s (32W)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45 tok/s (50W)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65 tok/s ($0.03/1k)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YOLOv11 Privacy Guard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210 FPS (1.9W) - WINNER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28 FPS (26W)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140 FPS (40W)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Infeasible (Privacy)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0012"/>
                </a:solidFill>
                <a:latin typeface="Arial"/>
              </a:defRPr>
            </a:pPr>
            <a:r>
              <a:t>SNAPDRAGON® AI LAB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Business Impact &amp; HP OmniBook Ecosystem Synergies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OmniCognition NPU | Qualcomm Hexagon 45 TOPS Edge Intelligence | Rohan Goyal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🏢 Enterprise &amp; B2B Moat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Defense, Legal &amp; Healthcare:</a:t>
            </a:r>
            <a:br/>
            <a:r>
              <a:t>  Addresses multi-billion dollar markets that currently BAN cloud AI tools due to compliance concerns.</a:t>
            </a:r>
            <a:br/>
            <a:br/>
            <a:r>
              <a:t>• Zero IT Exfiltration Liability:</a:t>
            </a:r>
            <a:br/>
            <a:r>
              <a:t>  Enterprise CIOs can safely deploy AI without audit exposure.</a:t>
            </a:r>
            <a:br/>
            <a:br/>
            <a:r>
              <a:t>• ROI in Months:</a:t>
            </a:r>
            <a:br/>
            <a:r>
              <a:t>  Eliminates recurring $30/user/mo cloud AI licenses.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💻 HP OmniBook Advantage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Out-of-the-Box Value:</a:t>
            </a:r>
            <a:br/>
            <a:r>
              <a:t>  Provides HP with a flagship, pre-bundled AI experience that Intel/AMD laptops cannot match.</a:t>
            </a:r>
            <a:br/>
            <a:br/>
            <a:r>
              <a:t>• Hardware Differentiator:</a:t>
            </a:r>
            <a:br/>
            <a:r>
              <a:t>  Directly justifies purchasing the Snapdragon-powered HP OmniBook X over competitors.</a:t>
            </a:r>
            <a:br/>
            <a:br/>
            <a:r>
              <a:t>• Battery Story Validated:</a:t>
            </a:r>
            <a:br/>
            <a:r>
              <a:t>  Proves 26-hour battery life claims while actively running 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🌍 Sustainability &amp; Green AI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90% Carbon Reduction:</a:t>
            </a:r>
            <a:br/>
            <a:r>
              <a:t>  Shifting AI compute from hyperscale cloud data centers to 4.5W local NPUs slashes grid energy.</a:t>
            </a:r>
            <a:br/>
            <a:br/>
            <a:r>
              <a:t>• Offline Resilience:</a:t>
            </a:r>
            <a:br/>
            <a:r>
              <a:t>  100% operational in emerging economies, flights, and field operations with zero cellular data costs.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0012"/>
                </a:solidFill>
                <a:latin typeface="Arial"/>
              </a:defRPr>
            </a:pPr>
            <a:r>
              <a:t>SNAPDRAGON® AI LAB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Product Roadmap: Next-Gen Edge Autonomy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OmniCognition NPU | Qualcomm Hexagon 45 TOPS Edge Intelligence | Rohan Goyal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🚀 Phase 1: Foundation (Current)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✔ Full Qualcomm AI Hub model integration</a:t>
            </a:r>
            <a:br/>
            <a:r>
              <a:t>✔ Whisper-NPU audio copilot &amp; diarization</a:t>
            </a:r>
            <a:br/>
            <a:r>
              <a:t>✔ Neural Vault air-gapped private RAG</a:t>
            </a:r>
            <a:br/>
            <a:r>
              <a:t>✔ OmniGuard edge vision shoulder-surfing shield</a:t>
            </a:r>
            <a:br/>
            <a:r>
              <a:t>✔ Automated QNN compilation scripts &amp; benchmarks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⚡ Phase 2: OS Agentic Integration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OS Contextual Awareness:</a:t>
            </a:r>
            <a:br/>
            <a:r>
              <a:t>  Direct integration with Windows 11 ARM64 accessibility APIs for cross-app automation.</a:t>
            </a:r>
            <a:br/>
            <a:br/>
            <a:r>
              <a:t>• Multimodal Screen Q&amp;A:</a:t>
            </a:r>
            <a:br/>
            <a:r>
              <a:t>  Continuous on-device visual grounding over active desktop workflows.</a:t>
            </a:r>
            <a:br/>
            <a:br/>
            <a:r>
              <a:t>• Local Fine-Tuning:</a:t>
            </a:r>
            <a:br/>
            <a:r>
              <a:t>  Adapting LoRA weights locally on Hexagon NPU.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🌐 Phase 3: Edge Fleet Sync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Peer-to-Peer Snapdragon Swarm:</a:t>
            </a:r>
            <a:br/>
            <a:r>
              <a:t>  Encrypted local Wi-Fi direct synchronization between Snapdragon HP PCs.</a:t>
            </a:r>
            <a:br/>
            <a:br/>
            <a:r>
              <a:t>• Federated On-Device Learning:</a:t>
            </a:r>
            <a:br/>
            <a:r>
              <a:t>  Collaborative knowledge base updates without centralized cloud servers.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0012"/>
                </a:solidFill>
                <a:latin typeface="Arial"/>
              </a:defRPr>
            </a:pPr>
            <a:r>
              <a:t>SNAPDRAGON® AI LAB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Winning with Snapdragon: Summary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OmniCognition NPU | Qualcomm Hexagon 45 TOPS Edge Intelligence | Rohan Goyal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3271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🏆 OmniCognition NPU: The Future of PC Compute is On-Device</a:t>
            </a:r>
          </a:p>
          <a:p>
            <a:br/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Technical Excellence (Rank 1 Tie-Breaker):</a:t>
            </a:r>
            <a:br/>
            <a:r>
              <a:t>  Full integration with Qualcomm AI Hub, QNN Execution Provider (HTP v75), and 45 TOPS Hexagon NPU.</a:t>
            </a:r>
            <a:br/>
            <a:br/>
            <a:r>
              <a:t>• Innovation &amp; Real-World Utility:</a:t>
            </a:r>
            <a:br/>
            <a:r>
              <a:t>  Solves privacy, latency, and battery drain simultaneously for HP OmniBook X users.</a:t>
            </a:r>
            <a:br/>
            <a:br/>
            <a:r>
              <a:t>• Deployment Readiness:</a:t>
            </a:r>
            <a:br/>
            <a:r>
              <a:t>  Fully functional codebase, interactive UI, reproducible compilation scripts, and unit tests passing 100%.</a:t>
            </a:r>
            <a:br/>
            <a:br/>
            <a:r>
              <a:t>• Thank You to Qualcomm &amp; HP for pioneering the Edge AI Revolution!</a:t>
            </a:r>
            <a:br/>
            <a:br/>
            <a:r>
              <a:t>Repository: https://github.com/R0hanG0yal/Snapdragon-OmniCognition</a:t>
            </a:r>
            <a:br/>
            <a:r>
              <a:t>Participant: Rohan Goyal (rohangoyal5127@gmail.com)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